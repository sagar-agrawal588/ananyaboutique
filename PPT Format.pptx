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"/>
  </p:notesMasterIdLst>
  <p:sldIdLst>
    <p:sldId id="256" r:id="rId3"/>
    <p:sldId id="34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 snapToGrid="0">
      <p:cViewPr varScale="1">
        <p:scale>
          <a:sx n="78" d="100"/>
          <a:sy n="78" d="100"/>
        </p:scale>
        <p:origin x="854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72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43C61-AE97-420E-9123-E403B041A58C}" type="datetimeFigureOut">
              <a:rPr lang="en-IN" smtClean="0"/>
              <a:pPr/>
              <a:t>04-04-2026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0FDDB-46BF-4186-B0EA-9945E8BFD7F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59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BD72AF-E637-44D3-A05D-2D58118EC657}" type="slidenum">
              <a:rPr lang="en-IN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734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043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413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28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333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086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038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406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971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94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7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654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59736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buNone/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450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66538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37786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63340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56494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7580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74899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607601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69268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1470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93104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40659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21375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33904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951147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54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JU_PPT-template_option1b.jp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1097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11200" y="1371601"/>
            <a:ext cx="10566400" cy="49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86879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ransition>
    <p:fade/>
  </p:transition>
  <p:hf sldNum="0" hdr="0" ftr="0" dt="0"/>
  <p:txStyles>
    <p:titleStyle>
      <a:lvl1pPr algn="l" defTabSz="912813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bg1"/>
          </a:solidFill>
          <a:latin typeface="Times New Roman" pitchFamily="18" charset="0"/>
          <a:ea typeface="+mj-ea"/>
          <a:cs typeface="Times New Roman" pitchFamily="18" charset="0"/>
        </a:defRPr>
      </a:lvl1pPr>
      <a:lvl2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2pPr>
      <a:lvl3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3pPr>
      <a:lvl4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4pPr>
      <a:lvl5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5pPr>
      <a:lvl6pPr marL="4572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6pPr>
      <a:lvl7pPr marL="9144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7pPr>
      <a:lvl8pPr marL="13716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8pPr>
      <a:lvl9pPr marL="18288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1313" indent="-341313" algn="l" defTabSz="912813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1363" indent="-28416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1413" indent="-22701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3pPr>
      <a:lvl4pPr marL="1598613" indent="-22701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4pPr>
      <a:lvl5pPr marL="2055813" indent="-22701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16-JU-Buildi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40"/>
          <a:stretch>
            <a:fillRect/>
          </a:stretch>
        </p:blipFill>
        <p:spPr bwMode="auto">
          <a:xfrm>
            <a:off x="1097280" y="5317174"/>
            <a:ext cx="9849938" cy="1434528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0" y="1266860"/>
            <a:ext cx="12192000" cy="42858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4000" b="1" dirty="0">
                <a:solidFill>
                  <a:srgbClr val="FF0000"/>
                </a:solidFill>
                <a:latin typeface="Arial Black" panose="020B0A04020102020204" pitchFamily="34" charset="0"/>
              </a:rPr>
              <a:t>Mid Review Internship Presentation</a:t>
            </a:r>
            <a:endParaRPr lang="en-US" sz="40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IN" altLang="en-US" sz="1400" b="1" dirty="0">
                <a:solidFill>
                  <a:schemeClr val="tx1"/>
                </a:solidFill>
              </a:rPr>
              <a:t>Presented by </a:t>
            </a:r>
          </a:p>
          <a:p>
            <a:pPr>
              <a:defRPr/>
            </a:pPr>
            <a:r>
              <a:rPr lang="en-US" altLang="en-US" sz="1400" b="1" dirty="0">
                <a:solidFill>
                  <a:schemeClr val="tx1"/>
                </a:solidFill>
              </a:rPr>
              <a:t>&lt;Name of the Student&gt;</a:t>
            </a: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IN" altLang="en-US" sz="1400" b="1" dirty="0">
                <a:solidFill>
                  <a:schemeClr val="tx1"/>
                </a:solidFill>
              </a:rPr>
              <a:t>Under the guidance of </a:t>
            </a:r>
            <a:endParaRPr lang="en-US" alt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612460" y="3419066"/>
            <a:ext cx="5140325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1363" indent="-284163">
              <a:spcBef>
                <a:spcPct val="2000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1413" indent="-2270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3pPr>
            <a:lvl4pPr marL="1598613" indent="-2270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4pPr>
            <a:lvl5pPr marL="2055813" indent="-2270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5pPr>
            <a:lvl6pPr marL="25130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6pPr>
            <a:lvl7pPr marL="29702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7pPr>
            <a:lvl8pPr marL="34274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8pPr>
            <a:lvl9pPr marL="38846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9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900" b="1" dirty="0">
                <a:solidFill>
                  <a:prstClr val="black"/>
                </a:solidFill>
              </a:rPr>
              <a:t>Faculty Internship guide:-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900" b="1" dirty="0">
                <a:solidFill>
                  <a:prstClr val="black"/>
                </a:solidFill>
              </a:rPr>
              <a:t>&lt;FIG DETAILS&gt;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38254" y="6425551"/>
            <a:ext cx="27154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2025-2026</a:t>
            </a:r>
          </a:p>
          <a:p>
            <a:pPr algn="ctr"/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367617" y="3375541"/>
            <a:ext cx="4947733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&lt;COMPANY LOGO&gt;</a:t>
            </a:r>
          </a:p>
          <a:p>
            <a:pPr algn="ctr"/>
            <a:endParaRPr lang="en-US" sz="2000" b="1" dirty="0"/>
          </a:p>
          <a:p>
            <a:endParaRPr lang="en-US" sz="2000" b="1" dirty="0"/>
          </a:p>
          <a:p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Industrial guide:-</a:t>
            </a:r>
          </a:p>
          <a:p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&lt;GUIDE DETAILS&gt;</a:t>
            </a:r>
          </a:p>
          <a:p>
            <a:endParaRPr lang="en-US" sz="19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96594" y="322225"/>
            <a:ext cx="748145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en-US" sz="2600" b="1" dirty="0">
                <a:solidFill>
                  <a:schemeClr val="bg1"/>
                </a:solidFill>
                <a:latin typeface="Arial Black" panose="020B0A04020102020204" pitchFamily="34" charset="0"/>
              </a:rPr>
              <a:t>DEPARTMENT OF  </a:t>
            </a:r>
          </a:p>
          <a:p>
            <a:pPr algn="ctr">
              <a:defRPr/>
            </a:pPr>
            <a:r>
              <a:rPr lang="en-US" altLang="en-US" sz="2600" b="1" dirty="0">
                <a:solidFill>
                  <a:schemeClr val="bg1"/>
                </a:solidFill>
              </a:rPr>
              <a:t>Computer Science</a:t>
            </a:r>
            <a:endParaRPr lang="en-US" altLang="en-US" sz="2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3" name="Picture 12" descr="C:\Documents and Settings\Administrator\Local Settings\Temp\JECRC_University_Logo_in_Horizontal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6697" y="3273117"/>
            <a:ext cx="2029968" cy="978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6118167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6"/>
          <p:cNvSpPr>
            <a:spLocks noChangeArrowheads="1"/>
          </p:cNvSpPr>
          <p:nvPr/>
        </p:nvSpPr>
        <p:spPr bwMode="auto">
          <a:xfrm>
            <a:off x="2109216" y="356617"/>
            <a:ext cx="822960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FontTx/>
              <a:buNone/>
            </a:pPr>
            <a:endParaRPr lang="en-US" altLang="en-US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72" name="Rectangle 7"/>
          <p:cNvSpPr>
            <a:spLocks noChangeArrowheads="1"/>
          </p:cNvSpPr>
          <p:nvPr/>
        </p:nvSpPr>
        <p:spPr bwMode="auto">
          <a:xfrm>
            <a:off x="798945" y="1627909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600" indent="-53340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52600" indent="-3810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09800" indent="-3810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670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242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814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386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 eaLnBrk="1" hangingPunct="1">
              <a:buClr>
                <a:schemeClr val="bg1"/>
              </a:buClr>
              <a:buNone/>
            </a:pPr>
            <a:endParaRPr lang="en-US" alt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3520441" y="283464"/>
            <a:ext cx="49011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en-US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3" y="1339865"/>
            <a:ext cx="8257032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Company Profile</a:t>
            </a: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Internship Role</a:t>
            </a: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Project Introduction</a:t>
            </a: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Overall Learning</a:t>
            </a: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Roles and Responsibilities</a:t>
            </a:r>
          </a:p>
          <a:p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Tools Used</a:t>
            </a: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Outcomes</a:t>
            </a: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673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7258</TotalTime>
  <Words>58</Words>
  <Application>Microsoft Office PowerPoint</Application>
  <PresentationFormat>Widescreen</PresentationFormat>
  <Paragraphs>46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robot</dc:creator>
  <cp:lastModifiedBy>Mahesh_Kumar Joshi</cp:lastModifiedBy>
  <cp:revision>73</cp:revision>
  <dcterms:created xsi:type="dcterms:W3CDTF">2020-03-02T04:57:11Z</dcterms:created>
  <dcterms:modified xsi:type="dcterms:W3CDTF">2026-04-04T15:44:52Z</dcterms:modified>
</cp:coreProperties>
</file>