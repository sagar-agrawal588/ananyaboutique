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346" r:id="rId4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 snapToGrid="0">
      <p:cViewPr varScale="1">
        <p:scale>
          <a:sx n="78" d="100"/>
          <a:sy n="78" d="100"/>
        </p:scale>
        <p:origin x="85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  <a:pPr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348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04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41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28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33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8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3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0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7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94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65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9736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0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653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3778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6334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5649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758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48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0760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926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1470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310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065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1375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33904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51147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18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9B49D-E262-4F3F-B4B8-9C2D922BD8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4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687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>
    <p:fade/>
  </p:transition>
  <p:hf sldNum="0"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1097280" y="5317174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r>
              <a:t>Mid Review Internship Presentation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612460" y="3419066"/>
            <a:ext cx="5140325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363" indent="-284163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413" indent="-2270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613" indent="-2270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5813" indent="-2270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r>
              <a:t>Faculty Internship guide:-</a:t>
            </a:r>
          </a:p>
          <a:p>
            <a:r>
              <a:t>[Update Faculty Guide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7617" y="3375541"/>
            <a:ext cx="494773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Industrial guide:-</a:t>
            </a:r>
          </a:p>
          <a:p>
            <a:r>
              <a:t>[Update Industry Guide Name]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Arial Black" panose="020B0A04020102020204" pitchFamily="34" charset="0"/>
              </a:rPr>
              <a:t>DEPARTMENT OF  </a:t>
            </a: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</a:rPr>
              <a:t>Computer Science</a:t>
            </a:r>
            <a:endParaRPr lang="en-US" altLang="en-US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6697" y="3273117"/>
            <a:ext cx="2029968" cy="978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822960" y="201168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850"/>
                </a:solidFill>
                <a:latin typeface="Calibri"/>
              </a:rPr>
              <a:t>Presented by</a:t>
            </a:r>
            <a:br/>
            <a:r>
              <a:t>Piyush Songara</a:t>
            </a:r>
            <a:br/>
            <a:r>
              <a:t>Frontend Developer Intern</a:t>
            </a:r>
            <a:br/>
            <a:r>
              <a:t>BogEcom / Buy One Gram E-commerce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Calibri"/>
              </a:rPr>
              <a:t>Reg. No.: [Update Registration Number]</a:t>
            </a:r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188720"/>
            <a:ext cx="109947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816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2109216" y="356617"/>
            <a:ext cx="82296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FontTx/>
              <a:buNone/>
            </a:pPr>
            <a:endParaRPr lang="en-US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798945" y="1627909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600" indent="-53340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52600" indent="-3810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09800" indent="-3810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670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242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814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386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buClr>
                <a:schemeClr val="bg1"/>
              </a:buClr>
              <a:buNone/>
            </a:pPr>
            <a:endParaRPr lang="en-US" alt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3520441" y="283464"/>
            <a:ext cx="49011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3" y="1339865"/>
            <a:ext cx="825703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Company / Project Profile</a:t>
            </a:r>
          </a:p>
          <a:p/>
          <a:p>
            <a:r>
              <a:t>Internship Role</a:t>
            </a:r>
          </a:p>
          <a:p/>
          <a:p>
            <a:r>
              <a:t>Project Introduction</a:t>
            </a:r>
          </a:p>
          <a:p/>
          <a:p>
            <a:r>
              <a:t>Work Evidence and Metrics</a:t>
            </a:r>
          </a:p>
          <a:p/>
          <a:p>
            <a:r>
              <a:t>Roles and Responsibilities</a:t>
            </a:r>
          </a:p>
          <a:p/>
          <a:p>
            <a:r>
              <a:t>Tools Used</a:t>
            </a:r>
          </a:p>
          <a:p/>
          <a:p>
            <a:r>
              <a:t>Methodology</a:t>
            </a:r>
          </a:p>
          <a:p/>
          <a:p>
            <a:r>
              <a:t>Outcomes and Learning</a:t>
            </a:r>
          </a:p>
          <a:p/>
          <a:p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0167317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Company / Project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Project: BogEcom / Buy One Gram E-commerce Platform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Type: Full-stack ecommerce platform with client and admin interfaces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Core areas: product discovery, cart, checkout, orders, membership, support, and admin operations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My primary area of contribution: frontend implementation and flow stabilization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Internship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Role executed: Frontend Developer Intern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Worked mainly on frontend/client and selected frontend/admin modules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Focused on production-style bug fixing, UI refinement, and API-integrated features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Active authored frontend work window: 2026-01-30 to 2026-04-05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The project uses React and Next.js to deliver a modern ecommerce experience.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The frontend includes reusable components, shared context state, and API-connected pages.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My work concentrated on solving practical issues in user-facing journeys and keeping the UI consistent.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850"/>
                </a:solidFill>
                <a:latin typeface="Calibri"/>
              </a:rPr>
              <a:t>Work Evidence and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920240" cy="1097280"/>
          </a:xfrm>
          <a:prstGeom prst="roundRect">
            <a:avLst/>
          </a:prstGeom>
          <a:solidFill>
            <a:srgbClr val="E8EFFF"/>
          </a:solidFill>
          <a:ln>
            <a:solidFill>
              <a:srgbClr val="78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142850"/>
                </a:solidFill>
              </a:rPr>
              <a:t>56</a:t>
            </a:r>
          </a:p>
          <a:p>
            <a:pPr algn="ctr"/>
            <a:r>
              <a:rPr sz="1300">
                <a:solidFill>
                  <a:srgbClr val="464646"/>
                </a:solidFill>
              </a:rPr>
              <a:t>Frontend-related commits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005840"/>
            <a:ext cx="1920240" cy="1097280"/>
          </a:xfrm>
          <a:prstGeom prst="roundRect">
            <a:avLst/>
          </a:prstGeom>
          <a:solidFill>
            <a:srgbClr val="E8EFFF"/>
          </a:solidFill>
          <a:ln>
            <a:solidFill>
              <a:srgbClr val="78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142850"/>
                </a:solidFill>
              </a:rPr>
              <a:t>154</a:t>
            </a:r>
          </a:p>
          <a:p>
            <a:pPr algn="ctr"/>
            <a:r>
              <a:rPr sz="1300">
                <a:solidFill>
                  <a:srgbClr val="464646"/>
                </a:solidFill>
              </a:rPr>
              <a:t>Unique files touched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05840"/>
            <a:ext cx="1920240" cy="1097280"/>
          </a:xfrm>
          <a:prstGeom prst="roundRect">
            <a:avLst/>
          </a:prstGeom>
          <a:solidFill>
            <a:srgbClr val="E8EFFF"/>
          </a:solidFill>
          <a:ln>
            <a:solidFill>
              <a:srgbClr val="78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142850"/>
                </a:solidFill>
              </a:rPr>
              <a:t>189</a:t>
            </a:r>
          </a:p>
          <a:p>
            <a:pPr algn="ctr"/>
            <a:r>
              <a:rPr sz="1300">
                <a:solidFill>
                  <a:srgbClr val="464646"/>
                </a:solidFill>
              </a:rPr>
              <a:t>Overall repo commits by my identities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005840"/>
            <a:ext cx="1920240" cy="1097280"/>
          </a:xfrm>
          <a:prstGeom prst="roundRect">
            <a:avLst/>
          </a:prstGeom>
          <a:solidFill>
            <a:srgbClr val="E8EFFF"/>
          </a:solidFill>
          <a:ln>
            <a:solidFill>
              <a:srgbClr val="78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142850"/>
                </a:solidFill>
              </a:rPr>
              <a:t>2</a:t>
            </a:r>
          </a:p>
          <a:p>
            <a:pPr algn="ctr"/>
            <a:r>
              <a:rPr sz="1300">
                <a:solidFill>
                  <a:srgbClr val="464646"/>
                </a:solidFill>
              </a:rPr>
              <a:t>Frontend apps contributed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850"/>
                </a:solidFill>
                <a:latin typeface="Calibri"/>
              </a:rPr>
              <a:t>Top contribution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931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42850"/>
                </a:solidFill>
                <a:latin typeface="Calibri"/>
              </a:rPr>
              <a:t>Pages and flows: 72 files</a:t>
            </a:r>
            <a:br/>
            <a:r>
              <a:t>UI components: 42 files</a:t>
            </a:r>
            <a:br/>
            <a:r>
              <a:t>Config and assets: 17 files</a:t>
            </a:r>
            <a:br/>
            <a:r>
              <a:t>Utilities and API: 11 files</a:t>
            </a:r>
            <a:br/>
            <a:r>
              <a:t>State management: 8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850"/>
                </a:solidFill>
                <a:latin typeface="Calibri"/>
              </a:rPr>
              <a:t>Recent commit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3657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50"/>
                </a:solidFill>
                <a:latin typeface="Calibri"/>
              </a:rPr>
              <a:t>04e77ae Refactor ProductDetailPage and ProductItem styles for improved responsiveness; update PopularProducts and ProductSlider configurations for better product display</a:t>
            </a:r>
            <a:br/>
            <a:r>
              <a:t>a632651 Merge remote-tracking branch 'origin/main' into fix-order-id-flow</a:t>
            </a:r>
            <a:br/>
            <a:r>
              <a:t>d1c6fe4 Enhance image handling and API integration in various components</a:t>
            </a:r>
            <a:br/>
            <a:r>
              <a:t>5ded784 Fix order id flow (#110)</a:t>
            </a:r>
            <a:br/>
            <a:r>
              <a:t>3923183 - Added error handling for key and partner status checks. - Improved product recommendation logic in comboRecommendation.service.js. - Updated product model with additional indexes for better query performance. - Refactored code for better readability and maintainability.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Implemented and refined core storefront pages including product details, cart, checkout, orders, membership, address, and account flows.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Built and improved reusable UI modules such as Header, Footer, ProductItem, ProductSlider, CartDrawer, Search, FlavorSwitcherBar, and support views.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Fixed pricing, GST, coupon, combo, order-display, and checkout logic by aligning frontend calculations with backend behavior.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Integrated cart state, wishlist state, notifications, share handling, support flows, and payment-related updates across the client app.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Contributed to admin-side pages such as orders, settings, shipping, customer care, purchase orders, and membership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Next.js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React.js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JavaScript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Context API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CSS / Tailwind-style utility classes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Git and GitHub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REST API integration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VS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Understand the bug or feature requirement from existing flow and affected screens.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Trace connected components, pages, context state, and API utilities.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Implement UI updates and behavior changes in reusable frontend modules.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Verify cart, checkout, orders, and other impacted user journeys locally.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Refine responsiveness, edge-case handling, and cross-page consistency before commit.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Outcomes and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Improved responsiveness and consistency of product listing and product detail experiences.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Reduced checkout and cart errors by fixing order calculation and pricing edge cases.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Improved user-facing flows for membership, support, notifications, and order tracking.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Maintained both client and admin interfaces while coordinating with backend-driven API changes.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Learned to maintain a production-style Next.js codebase with shared state and multi-page ecommerce flows.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Improved debugging skills for pricing, cart, order, and checkout-related edge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428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The internship gave me direct experience with a real ecommerce codebase and team workflow.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My major contribution area was frontend development, especially UI behavior, page flows, and pricing-sensitive journeys.</a:t>
            </a:r>
          </a:p>
          <a:p>
            <a:pPr algn="l"/>
            <a:r>
              <a:rPr sz="2200">
                <a:solidFill>
                  <a:srgbClr val="323232"/>
                </a:solidFill>
                <a:latin typeface="Calibri"/>
              </a:rPr>
              <a:t>The work improved my ability to debug, implement, and ship changes in an existing production-style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7258</TotalTime>
  <Words>58</Words>
  <Application>Microsoft Office PowerPoint</Application>
  <PresentationFormat>Widescreen</PresentationFormat>
  <Paragraphs>46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Mahesh_Kumar Joshi</cp:lastModifiedBy>
  <cp:revision>73</cp:revision>
  <dcterms:created xsi:type="dcterms:W3CDTF">2020-03-02T04:57:11Z</dcterms:created>
  <dcterms:modified xsi:type="dcterms:W3CDTF">2026-04-04T15:44:52Z</dcterms:modified>
</cp:coreProperties>
</file>